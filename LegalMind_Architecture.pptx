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5F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Neuro-Symbolic Legal Reasoning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4D35E"/>
                </a:solidFill>
              </a:rPr>
              <a:t>3-Stage Hybrid Architecture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5FA5"/>
                </a:solidFill>
              </a:rPr>
              <a:t>System Architecture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Neural Encoding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3154680" y="10972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Symbolic Rules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5852160" y="109728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Inference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54864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CNN Feature Extractor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260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1E1E"/>
                </a:solidFill>
              </a:rPr>
              <a:t>Input: 384-dim embeddings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1E1E"/>
                </a:solidFill>
              </a:rPr>
              <a:t>128 filters, kernel 3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1E1E"/>
                </a:solidFill>
              </a:rPr>
              <a:t>ReLU + Max Pooling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1E1E"/>
                </a:solidFill>
              </a:rPr>
              <a:t>Output: Semantic features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5" name="Text 13"/>
          <p:cNvSpPr/>
          <p:nvPr/>
        </p:nvSpPr>
        <p:spPr>
          <a:xfrm>
            <a:off x="333756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Rule-Based Engine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9260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1E1E"/>
                </a:solidFill>
              </a:rPr>
              <a:t>Keyword matching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1E1E"/>
                </a:solidFill>
              </a:rPr>
              <a:t>Regex patterns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1E1E"/>
                </a:solidFill>
              </a:rPr>
              <a:t>Rule evaluation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1E1E"/>
                </a:solidFill>
              </a:rPr>
              <a:t>Severity: HIGH/MED/LOW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603504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5FA5"/>
                </a:solidFill>
              </a:rPr>
              <a:t>LLM Inference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29260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1E1E"/>
                </a:solidFill>
              </a:rPr>
              <a:t>Model: Gemma 4 31B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1E1E"/>
                </a:solidFill>
              </a:rPr>
              <a:t>Merges RAG+CNN+Rules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1E1E"/>
                </a:solidFill>
              </a:rPr>
              <a:t>Structured output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1E1E"/>
                </a:solidFill>
              </a:rPr>
              <a:t>Issue→Sources→Rules→Action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</a:rPr>
              <a:t>Stage 1: Neural Encoding (CNN Feature Extractor)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TEXT/QUERY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384-dim embeddings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3566160" y="914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1D Convolutional Neural Network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12344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</a:rPr>
              <a:t>128 filters  |  Kernel: 3  |  Stride: 1  |  ReLU  |  Global Max Pooling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356616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SEMANTIC FEATURE MAP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Phrases, legal terms, intent signals extracted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594360" y="3566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Purpose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88620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Reduce noise in raw embeddings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Extract salient linguistic features before symbolic reasoning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1E1E"/>
                </a:solidFill>
              </a:rPr>
              <a:t>Prepare high-quality features for rule-based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</a:rPr>
              <a:t>Stage 2: Symbolic Reasoning Layer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CNN Features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2606040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Original Query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4754880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Legal Context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1234440" y="228600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</a:rPr>
              <a:t>Rule-Based 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256032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</a:rPr>
              <a:t>Keyword Matching  |  Regex Patterns  |  Rule Evaluation (JSON)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457200" y="3566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Triggered Rules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2880360" y="3566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Severity Levels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HIGH/MED/LOW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5303520" y="3566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Legal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Consequences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FA5"/>
                </a:solidFill>
              </a:rPr>
              <a:t>Ensures deterministic correctness &amp; legal grounding. Constraint layer over neural outputs.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5FA5"/>
                </a:solidFill>
              </a:rPr>
              <a:t>Stage 3: Neural Reasoning &amp; Structuring (LLM)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2286000" y="1005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D35E"/>
                </a:solidFill>
              </a:rPr>
              <a:t>NVIDIA NIM - google/gemma-4-31b-it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RAG Context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9" name="Shape 7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310896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CNN Signals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2" name="Shape 10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557784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Symbolic Rules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5" name="Shape 13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1463040" y="30632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FA5"/>
                </a:solidFill>
              </a:rPr>
              <a:t>Merge Inputs → Apply System Prompt → Structured Generation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1005840" y="41605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STRUCTURED OUTPUT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4348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Issue → Sources → Rules → Action → Reasoning (full explainability)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[object Object]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548640" y="5166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5FA5"/>
                </a:solidFill>
              </a:rPr>
              <a:t>Converts hybrid neural + symbolic signals into coherent, explainable responses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</dc:title>
  <dc:subject>PptxGenJS Presentation</dc:subject>
  <dc:creator>LegalMind</dc:creator>
  <cp:lastModifiedBy>LegalMind</cp:lastModifiedBy>
  <cp:revision>1</cp:revision>
  <dcterms:created xsi:type="dcterms:W3CDTF">2026-04-13T10:07:41Z</dcterms:created>
  <dcterms:modified xsi:type="dcterms:W3CDTF">2026-04-13T10:07:41Z</dcterms:modified>
</cp:coreProperties>
</file>